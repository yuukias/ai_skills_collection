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412480" y="0"/>
            <a:ext cx="3794760" cy="6858000"/>
          </a:xfrm>
          <a:prstGeom prst="rtTriangle">
            <a:avLst/>
          </a:prstGeom>
          <a:solidFill>
            <a:srgbClr val="E8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Subtitle or source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25780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Author Name
Department of Statistics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One Main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01A2A"/>
                </a:solidFill>
                <a:latin typeface="Aptos"/>
              </a:rPr>
              <a:t>Use this area for the claim, context, or interpretation. Keep the slide editable and avoid using a rendered PDF page as the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480560" cy="3291840"/>
          </a:xfrm>
          <a:prstGeom prst="roundRect">
            <a:avLst/>
          </a:prstGeom>
          <a:solidFill>
            <a:srgbClr val="E8E0EC"/>
          </a:solidFill>
          <a:ln>
            <a:solidFill>
              <a:srgbClr val="AA7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2256D"/>
                </a:solidFill>
                <a:latin typeface="Aptos"/>
              </a:rPr>
              <a:t>Editable visual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60604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01A2A"/>
                </a:solidFill>
                <a:latin typeface="Aptos"/>
              </a:rPr>
              <a:t>Insert charts, figures, diagrams, or equations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22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731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1A2A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72256D"/>
                </a:solidFill>
                <a:latin typeface="Aptos"/>
              </a:rPr>
              <a:t>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01A2A"/>
                </a:solidFill>
                <a:latin typeface="Aptos"/>
              </a:rPr>
              <a:t>Questions, next decisions, or contact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